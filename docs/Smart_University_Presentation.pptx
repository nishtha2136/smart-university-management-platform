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645920"/>
            <a:ext cx="5029200" cy="502920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754880"/>
            <a:ext cx="4572000" cy="457200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SUMMER SCHOOL '26 · CAPSTONE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University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Platform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n8n-powered automation platform for student registration, attendance,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assignment evaluation, results, and certification.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3 — Education Domain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Context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6002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manage thousands of students across multiple programs, making admissions, attendance, assignments, and exams difficult to run manually.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30175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spend valuable time on repetitive admin work — updating records, collecting assignments, publishing grades — instead of teaching and mentoring.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44348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Smart University Management Platform automates the full academic lifecycle end-to-end using n8n, while keeping faculty in control of final decisions.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University Management Platform — n8n Capstone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82880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594360" cy="59436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94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mark attendance, submit assignments, receive grades, results, certificates and reminders.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182880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2194560"/>
            <a:ext cx="594360" cy="594360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194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0916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Faculty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709160" y="352044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AI-generated evaluations, approve or override final grades, receive attendance and performance alerts.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21040" y="182880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41080" y="2194560"/>
            <a:ext cx="594360" cy="5943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6" name="Text 14"/>
          <p:cNvSpPr/>
          <p:nvPr/>
        </p:nvSpPr>
        <p:spPr>
          <a:xfrm>
            <a:off x="8641080" y="2194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9536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Administrators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595360" y="352044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recurring analytics on attendance, results and overall academic performance.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University Management Platform — n8n Capstone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 Points — Current Manual Process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03520" cy="1280160"/>
          </a:xfrm>
          <a:prstGeom prst="roundRect">
            <a:avLst>
              <a:gd name="adj" fmla="val 5000"/>
            </a:avLst>
          </a:prstGeom>
          <a:solidFill>
            <a:srgbClr val="26317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572768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tracked manually — hard to spot low-attendance students in time.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09360" y="1463040"/>
            <a:ext cx="5303520" cy="1280160"/>
          </a:xfrm>
          <a:prstGeom prst="roundRect">
            <a:avLst>
              <a:gd name="adj" fmla="val 5000"/>
            </a:avLst>
          </a:prstGeom>
          <a:solidFill>
            <a:srgbClr val="26317A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949440" y="1572768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grading is slow and inconsistent across faculty.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303520" cy="1280160"/>
          </a:xfrm>
          <a:prstGeom prst="roundRect">
            <a:avLst>
              <a:gd name="adj" fmla="val 5000"/>
            </a:avLst>
          </a:prstGeom>
          <a:solidFill>
            <a:srgbClr val="26317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3081528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result calculation delays publication and risks errors.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2971800"/>
            <a:ext cx="5303520" cy="1280160"/>
          </a:xfrm>
          <a:prstGeom prst="roundRect">
            <a:avLst>
              <a:gd name="adj" fmla="val 5000"/>
            </a:avLst>
          </a:prstGeom>
          <a:solidFill>
            <a:srgbClr val="26317A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49440" y="3081528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generated and issued manually, often with delays.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5303520" cy="1280160"/>
          </a:xfrm>
          <a:prstGeom prst="roundRect">
            <a:avLst>
              <a:gd name="adj" fmla="val 5000"/>
            </a:avLst>
          </a:prstGeom>
          <a:solidFill>
            <a:srgbClr val="26317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4590288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reporting for administrators to track trends.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4480560"/>
            <a:ext cx="5303520" cy="1280160"/>
          </a:xfrm>
          <a:prstGeom prst="roundRect">
            <a:avLst>
              <a:gd name="adj" fmla="val 5000"/>
            </a:avLst>
          </a:prstGeom>
          <a:solidFill>
            <a:srgbClr val="26317A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49440" y="4590288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Inconsistent, easy-to-miss student communication.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University Management Platform — n8n Capstone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002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9A82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55448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 academic administration end-to-end.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3134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9A82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226771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attendance capture and low-attendance alerts.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0266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9A825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298094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assist faculty in grading — with mandatory human approval.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3989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9A825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739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369417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and speed up result processing and publication.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45312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9A825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53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44074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student-faculty communication through automated notifications.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5166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9A825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166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3000" y="51206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recurring academic performance reports for admins.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University Management Platform — n8n Capstone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— 5 Interconnected Workflows</a:t>
            </a:r>
            <a:endParaRPr lang="en-US" sz="3000" dirty="0"/>
          </a:p>
        </p:txBody>
      </p:sp>
      <p:pic>
        <p:nvPicPr>
          <p:cNvPr id="3" name="Image 0" descr="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51560"/>
            <a:ext cx="11247120" cy="548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University Management Platform — n8n Capstone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Registration &amp; Enrollment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new student details and onboards them into the central database automatically.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0881360" cy="891540"/>
          </a:xfrm>
          <a:prstGeom prst="roundRect">
            <a:avLst>
              <a:gd name="adj" fmla="val 6154"/>
            </a:avLst>
          </a:prstGeom>
          <a:solidFill>
            <a:srgbClr val="F4F6FC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50317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5031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2286000"/>
            <a:ext cx="97840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Form trigger fires when a student submits registration details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314700"/>
            <a:ext cx="10881360" cy="891540"/>
          </a:xfrm>
          <a:prstGeom prst="roundRect">
            <a:avLst>
              <a:gd name="adj" fmla="val 6154"/>
            </a:avLst>
          </a:prstGeom>
          <a:solidFill>
            <a:srgbClr val="F4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353187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5318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17320" y="3314700"/>
            <a:ext cx="97840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cleaned and standardized (Edit Fields node)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10881360" cy="891540"/>
          </a:xfrm>
          <a:prstGeom prst="roundRect">
            <a:avLst>
              <a:gd name="adj" fmla="val 6154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456057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5605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4343400"/>
            <a:ext cx="97840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appended to the University_Database → Students sheet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372100"/>
            <a:ext cx="10881360" cy="891540"/>
          </a:xfrm>
          <a:prstGeom prst="roundRect">
            <a:avLst>
              <a:gd name="adj" fmla="val 6154"/>
            </a:avLst>
          </a:prstGeom>
          <a:solidFill>
            <a:srgbClr val="F4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558927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55892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417320" y="5372100"/>
            <a:ext cx="97840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welcome email sent via Gmail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University Management Platform — n8n Capstone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Management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daily attendance and proactively flags students at risk of falling below the required threshold.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0881360" cy="891540"/>
          </a:xfrm>
          <a:prstGeom prst="roundRect">
            <a:avLst>
              <a:gd name="adj" fmla="val 6154"/>
            </a:avLst>
          </a:prstGeom>
          <a:solidFill>
            <a:srgbClr val="F4F6FC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50317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5031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2286000"/>
            <a:ext cx="97840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attendance form logs Present/Absent per student per course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314700"/>
            <a:ext cx="10881360" cy="891540"/>
          </a:xfrm>
          <a:prstGeom prst="roundRect">
            <a:avLst>
              <a:gd name="adj" fmla="val 6154"/>
            </a:avLst>
          </a:prstGeom>
          <a:solidFill>
            <a:srgbClr val="F4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353187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5318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17320" y="3314700"/>
            <a:ext cx="97840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Cron job reads all attendance records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10881360" cy="891540"/>
          </a:xfrm>
          <a:prstGeom prst="roundRect">
            <a:avLst>
              <a:gd name="adj" fmla="val 6154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456057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5605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4343400"/>
            <a:ext cx="97840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node calculates each student's attendance percentage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372100"/>
            <a:ext cx="10881360" cy="891540"/>
          </a:xfrm>
          <a:prstGeom prst="roundRect">
            <a:avLst>
              <a:gd name="adj" fmla="val 6154"/>
            </a:avLst>
          </a:prstGeom>
          <a:solidFill>
            <a:srgbClr val="F4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558927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55892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417320" y="5372100"/>
            <a:ext cx="97840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branch: below 75% → automatic warning email to the student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University Management Platform — n8n Capstone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 Submission &amp; Evaluation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AI-powered workflow — combines automated grading with mandatory human approval.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400300"/>
            <a:ext cx="457200" cy="457200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003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228600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submits assignment link via form; file is downloaded and text extracted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3223260"/>
            <a:ext cx="457200" cy="457200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2232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17320" y="310896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(Groq / Llama 3.3) evaluates the submission and generates a score + feedback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4046220"/>
            <a:ext cx="457200" cy="457200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0462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393192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saved as 'pending review'; faculty notified by email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75488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4869180"/>
            <a:ext cx="457200" cy="457200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869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417320" y="47548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approves/overrides the grade via an approval form (human-in-the-loop)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557784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5692140"/>
            <a:ext cx="457200" cy="457200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56921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417320" y="557784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updated and student notified of their final grade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University Management Platform — n8n Capstone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 Processing &amp; Result Publication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Periodically aggregates each student's performance and publishes a final result.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0881360" cy="891540"/>
          </a:xfrm>
          <a:prstGeom prst="roundRect">
            <a:avLst>
              <a:gd name="adj" fmla="val 6154"/>
            </a:avLst>
          </a:prstGeom>
          <a:solidFill>
            <a:srgbClr val="F4F6FC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503170"/>
            <a:ext cx="457200" cy="457200"/>
          </a:xfrm>
          <a:prstGeom prst="ellipse">
            <a:avLst/>
          </a:prstGeom>
          <a:solidFill>
            <a:srgbClr val="F9A82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5031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2286000"/>
            <a:ext cx="97840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(weekly) Cron trigger reads all graded assignments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314700"/>
            <a:ext cx="10881360" cy="891540"/>
          </a:xfrm>
          <a:prstGeom prst="roundRect">
            <a:avLst>
              <a:gd name="adj" fmla="val 6154"/>
            </a:avLst>
          </a:prstGeom>
          <a:solidFill>
            <a:srgbClr val="F4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3531870"/>
            <a:ext cx="457200" cy="457200"/>
          </a:xfrm>
          <a:prstGeom prst="ellipse">
            <a:avLst/>
          </a:prstGeom>
          <a:solidFill>
            <a:srgbClr val="F9A825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5318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17320" y="3314700"/>
            <a:ext cx="97840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node calculates each student's average grade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10881360" cy="891540"/>
          </a:xfrm>
          <a:prstGeom prst="roundRect">
            <a:avLst>
              <a:gd name="adj" fmla="val 6154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4560570"/>
            <a:ext cx="457200" cy="457200"/>
          </a:xfrm>
          <a:prstGeom prst="ellipse">
            <a:avLst/>
          </a:prstGeom>
          <a:solidFill>
            <a:srgbClr val="F9A82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5605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4343400"/>
            <a:ext cx="97840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branch determines Pass / Fail based on threshold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372100"/>
            <a:ext cx="10881360" cy="891540"/>
          </a:xfrm>
          <a:prstGeom prst="roundRect">
            <a:avLst>
              <a:gd name="adj" fmla="val 6154"/>
            </a:avLst>
          </a:prstGeom>
          <a:solidFill>
            <a:srgbClr val="F4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5589270"/>
            <a:ext cx="457200" cy="457200"/>
          </a:xfrm>
          <a:prstGeom prst="ellipse">
            <a:avLst/>
          </a:prstGeom>
          <a:solidFill>
            <a:srgbClr val="F9A825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55892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417320" y="5372100"/>
            <a:ext cx="97840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is automatically notified of their final result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University Management Platform — n8n Capstone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Generation &amp; Reports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loop: rewards students who pass and keeps administrators informed.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Flow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Triggered directly by Workflow 4 (Execute Workflow) when a student passes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3081528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Certificate template copied via Google Drive and personalized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739896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Placeholders replaced (name, course, grade, date) via Google Docs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398264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Exported as PDF and emailed to the student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80760" y="1965960"/>
            <a:ext cx="0" cy="420624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9659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Features Covered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09360" y="242316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decision-making (Workflows 3 &amp; 4)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09360" y="286207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Human approval step (Workflow 3 — faculty review)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09360" y="330098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Scheduled / Cron workflows (Workflows 2, 4, 5)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09360" y="373989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Webhook &amp; form-triggered workflows (Workflows 2, 3, 5)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09360" y="417880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Conditional branching (IF nodes — attendance, pass/fail)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09360" y="461772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Cross-workflow orchestration (Execute Workflow: 4 → 5)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09360" y="505663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Logging via central database sheets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University Management Platform — n8n Capstone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9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Interconnected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89120" y="16459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9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25+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389120" y="2606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Nodes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0" y="16459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9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8046720" y="2606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Features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(AI, Human Approval, Cron...)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10698480" cy="18288"/>
          </a:xfrm>
          <a:prstGeom prst="rect">
            <a:avLst/>
          </a:prstGeom>
          <a:solidFill>
            <a:srgbClr val="3D4A8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Reduced manual administrative workload for faculty and staff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31520" y="4434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Faster, more consistent feedback and grading turnaround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31520" y="4937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Early, automated detection of attendance and performance issues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31520" y="5440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Transparent, auditable academic records maintained automatically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31520" y="6035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2026-08-07T06:26:46Z</dcterms:created>
  <dcterms:modified xsi:type="dcterms:W3CDTF">2026-08-07T06:26:46Z</dcterms:modified>
</cp:coreProperties>
</file>